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023 중1 반" id="{f015b2ca-ae58-9591-cffd-5af85b7886f4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40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403D"/>
                </a:solidFill>
                <a:latin typeface="+mn-lt"/>
              </a:rPr>
              <a:t>반 평균 총점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반 평균</c:v>
                </c:pt>
              </c:strCache>
            </c:strRef>
          </c:tx>
          <c:spPr>
            <a:solidFill>
              <a:srgbClr val="1E7A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중1 첫 시험</c:v>
                  </c:pt>
                  <c:pt idx="1">
                    <c:v>고1 평균</c:v>
                  </c:pt>
                  <c:pt idx="2">
                    <c:v>고2 평균</c:v>
                  </c:pt>
                  <c:pt idx="3">
                    <c:v>고3 평균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80.4</c:v>
                </c:pt>
                <c:pt idx="2">
                  <c:v>86.9</c:v>
                </c:pt>
                <c:pt idx="3">
                  <c:v>92.3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40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403D"/>
                </a:solidFill>
                <a:latin typeface="+mn-lt"/>
              </a:rPr>
              <a:t>학생별 총점 변화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중1 첫 시험</c:v>
                </c:pt>
              </c:strCache>
            </c:strRef>
          </c:tx>
          <c:spPr>
            <a:solidFill>
              <a:srgbClr val="C9D6D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학생 A</c:v>
                  </c:pt>
                  <c:pt idx="1">
                    <c:v>학생 B</c:v>
                  </c:pt>
                  <c:pt idx="2">
                    <c:v>학생 C</c:v>
                  </c:pt>
                  <c:pt idx="3">
                    <c:v>학생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58</c:v>
                </c:pt>
                <c:pt idx="2">
                  <c:v>70</c:v>
                </c:pt>
                <c:pt idx="3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고1 평균</c:v>
                </c:pt>
              </c:strCache>
            </c:strRef>
          </c:tx>
          <c:spPr>
            <a:solidFill>
              <a:srgbClr val="8FBF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학생 A</c:v>
                  </c:pt>
                  <c:pt idx="1">
                    <c:v>학생 B</c:v>
                  </c:pt>
                  <c:pt idx="2">
                    <c:v>학생 C</c:v>
                  </c:pt>
                  <c:pt idx="3">
                    <c:v>학생 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82.1</c:v>
                </c:pt>
                <c:pt idx="1">
                  <c:v>85.7</c:v>
                </c:pt>
                <c:pt idx="2">
                  <c:v>76.1</c:v>
                </c:pt>
                <c:pt idx="3">
                  <c:v>77.4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고2 평균</c:v>
                </c:pt>
              </c:strCache>
            </c:strRef>
          </c:tx>
          <c:spPr>
            <a:solidFill>
              <a:srgbClr val="3E9A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학생 A</c:v>
                  </c:pt>
                  <c:pt idx="1">
                    <c:v>학생 B</c:v>
                  </c:pt>
                  <c:pt idx="2">
                    <c:v>학생 C</c:v>
                  </c:pt>
                  <c:pt idx="3">
                    <c:v>학생 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94.3</c:v>
                </c:pt>
                <c:pt idx="1">
                  <c:v>91.5</c:v>
                </c:pt>
                <c:pt idx="2">
                  <c:v>83.5</c:v>
                </c:pt>
                <c:pt idx="3">
                  <c:v>78.3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고3 평균</c:v>
                </c:pt>
              </c:strCache>
            </c:strRef>
          </c:tx>
          <c:spPr>
            <a:solidFill>
              <a:srgbClr val="1740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학생 A</c:v>
                  </c:pt>
                  <c:pt idx="1">
                    <c:v>학생 B</c:v>
                  </c:pt>
                  <c:pt idx="2">
                    <c:v>학생 C</c:v>
                  </c:pt>
                  <c:pt idx="3">
                    <c:v>학생 D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87</c:v>
                </c:pt>
                <c:pt idx="3">
                  <c:v>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 중1 반(2023 1M-S → 2025 3M-S) 4명의 시험 수준별 평균 총점입니다. 고1 모의고사 7회, 고2 모의고사 4회, 고3 모의고사 1회(중3 3차)입니다.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반 평균, 오른쪽은 학생별 중1 첫 시험과 고1·고2·고3 모의고사 평균입니다. 고3 평균은 중3 3차 1회이며 4차(2026학년도 수능)는 제외했습니다.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Metta 영어 전문학원 · 이사벨 반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2023 중1 반 시험 수준별 총점 성장 (2023–2025)</a:t>
            </a:r>
            <a:endParaRPr lang="en-US" sz="3200" dirty="0"/>
          </a:p>
        </p:txBody>
      </p:sp>
      <p:graphicFrame>
        <p:nvGraphicFramePr>
          <p:cNvPr id="2" name="grow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920240"/>
                <a:gridCol w="1920240"/>
                <a:gridCol w="192024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학생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중1 첫 시험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고1 모의고사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평균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고2 모의고사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평균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고3 모의고사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평균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첫 시험 →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고3 평균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학생 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82.1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94.3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100.0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+29.0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학생 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85.7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91.5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100.0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+42.0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학생 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76.1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83.5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87.0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+17.0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학생 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77.4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78.3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82.0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+13.0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반 평균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67.0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80.4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86.9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92.3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+25.3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notes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시험이 고1 → 고2 → 고3으로 어려워지는데도 반 평균은 67.0 → 80.4 → 86.9 → 92.3점으로 계속 올랐습니다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4명 모두 시험 수준이 올라갈 때마다 평균 점수도 올랐고, 첫 고3 모의고사에서 학생 A·B는 100점 만점입니다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그룹 평균 = 그 수준 시험을 본 모든 회차의 평균 · 4차(2026학년도 수능)는 불수능이라 제외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시험이 어려워져도 평균 점수는 계속 올랐습니다</a:t>
            </a:r>
            <a:endParaRPr lang="en-US" sz="3200" dirty="0"/>
          </a:p>
        </p:txBody>
      </p:sp>
      <p:graphicFrame>
        <p:nvGraphicFramePr>
          <p:cNvPr id="3" name="class-avg-chart" descr=""/>
          <p:cNvGraphicFramePr/>
          <p:nvPr/>
        </p:nvGraphicFramePr>
        <p:xfrm>
          <a:off x="548640" y="1188720"/>
          <a:ext cx="4206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student-chart" descr=""/>
          <p:cNvGraphicFramePr/>
          <p:nvPr/>
        </p:nvGraphicFramePr>
        <p:xfrm>
          <a:off x="5029200" y="1188720"/>
          <a:ext cx="65836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Isabel Grades">
  <a:themeElements>
    <a:clrScheme name="Isabel Grades">
      <a:dk1>
        <a:srgbClr val="1F2A30"/>
      </a:dk1>
      <a:lt1>
        <a:srgbClr val="FFFFFF"/>
      </a:lt1>
      <a:dk2>
        <a:srgbClr val="17403D"/>
      </a:dk2>
      <a:lt2>
        <a:srgbClr val="EEF4F2"/>
      </a:lt2>
      <a:accent1>
        <a:srgbClr val="1E7A72"/>
      </a:accent1>
      <a:accent2>
        <a:srgbClr val="E0A33B"/>
      </a:accent2>
      <a:accent3>
        <a:srgbClr val="C8553D"/>
      </a:accent3>
      <a:accent4>
        <a:srgbClr val="4F7CAC"/>
      </a:accent4>
      <a:accent5>
        <a:srgbClr val="8A6FA8"/>
      </a:accent5>
      <a:accent6>
        <a:srgbClr val="7A9E7E"/>
      </a:accent6>
      <a:hlink>
        <a:srgbClr val="1E7A72"/>
      </a:hlink>
      <a:folHlink>
        <a:srgbClr val="8A6FA8"/>
      </a:folHlink>
    </a:clrScheme>
    <a:fontScheme name="Isabel Grade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 중1 반 시험 수준별 총점 성장</dc:title>
  <dc:subject>PptxGenJS Presentation</dc:subject>
  <dc:creator>Isabel</dc:creator>
  <cp:lastModifiedBy>Isabel</cp:lastModifiedBy>
  <cp:revision>1</cp:revision>
  <dcterms:created xsi:type="dcterms:W3CDTF">2026-10-28T05:22:26Z</dcterms:created>
  <dcterms:modified xsi:type="dcterms:W3CDTF">2026-10-28T05:22:26Z</dcterms:modified>
</cp:coreProperties>
</file>